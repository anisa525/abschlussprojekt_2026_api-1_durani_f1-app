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73035" autoAdjust="0"/>
  </p:normalViewPr>
  <p:slideViewPr>
    <p:cSldViewPr snapToGrid="0">
      <p:cViewPr>
        <p:scale>
          <a:sx n="85" d="100"/>
          <a:sy n="85" d="100"/>
        </p:scale>
        <p:origin x="2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3E86A9-C38F-410B-9248-0B156E4406B0}" type="doc">
      <dgm:prSet loTypeId="urn:microsoft.com/office/officeart/2008/layout/LinedList" loCatId="list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6DF52CE4-FD75-49F9-AE6A-18C1CB55695B}">
      <dgm:prSet/>
      <dgm:spPr/>
      <dgm:t>
        <a:bodyPr/>
        <a:lstStyle/>
        <a:p>
          <a:r>
            <a:rPr lang="de-CH"/>
            <a:t>Thema</a:t>
          </a:r>
          <a:endParaRPr lang="en-US"/>
        </a:p>
      </dgm:t>
    </dgm:pt>
    <dgm:pt modelId="{F699389E-A549-4AB2-A871-E166712C368E}" type="parTrans" cxnId="{DBAC59F9-452D-4C95-B9F9-F79D74B68271}">
      <dgm:prSet/>
      <dgm:spPr/>
      <dgm:t>
        <a:bodyPr/>
        <a:lstStyle/>
        <a:p>
          <a:endParaRPr lang="en-US"/>
        </a:p>
      </dgm:t>
    </dgm:pt>
    <dgm:pt modelId="{D95D1A39-54E5-4FAB-872C-96EBB6CFA60D}" type="sibTrans" cxnId="{DBAC59F9-452D-4C95-B9F9-F79D74B68271}">
      <dgm:prSet/>
      <dgm:spPr/>
      <dgm:t>
        <a:bodyPr/>
        <a:lstStyle/>
        <a:p>
          <a:endParaRPr lang="en-US"/>
        </a:p>
      </dgm:t>
    </dgm:pt>
    <dgm:pt modelId="{88751B67-4810-4A2E-8B77-0B4FED1FC5F4}">
      <dgm:prSet/>
      <dgm:spPr/>
      <dgm:t>
        <a:bodyPr/>
        <a:lstStyle/>
        <a:p>
          <a:r>
            <a:rPr lang="de-CH"/>
            <a:t>Ziele</a:t>
          </a:r>
          <a:endParaRPr lang="en-US"/>
        </a:p>
      </dgm:t>
    </dgm:pt>
    <dgm:pt modelId="{0AA0DE32-971E-4FB5-946F-6D1DB4ABFE61}" type="parTrans" cxnId="{76393DDC-4085-435E-8BE6-62BC19A75CFB}">
      <dgm:prSet/>
      <dgm:spPr/>
      <dgm:t>
        <a:bodyPr/>
        <a:lstStyle/>
        <a:p>
          <a:endParaRPr lang="en-US"/>
        </a:p>
      </dgm:t>
    </dgm:pt>
    <dgm:pt modelId="{21CBE448-61C6-475A-AB56-DDFB5BB3B959}" type="sibTrans" cxnId="{76393DDC-4085-435E-8BE6-62BC19A75CFB}">
      <dgm:prSet/>
      <dgm:spPr/>
      <dgm:t>
        <a:bodyPr/>
        <a:lstStyle/>
        <a:p>
          <a:endParaRPr lang="en-US"/>
        </a:p>
      </dgm:t>
    </dgm:pt>
    <dgm:pt modelId="{7FB88751-D06F-4B61-893E-6C72167C9B45}">
      <dgm:prSet/>
      <dgm:spPr/>
      <dgm:t>
        <a:bodyPr/>
        <a:lstStyle/>
        <a:p>
          <a:r>
            <a:rPr lang="de-CH" dirty="0"/>
            <a:t>Demonstration</a:t>
          </a:r>
          <a:endParaRPr lang="en-US" dirty="0"/>
        </a:p>
      </dgm:t>
    </dgm:pt>
    <dgm:pt modelId="{922400EE-B1DF-46F0-A013-717594C96958}" type="parTrans" cxnId="{6621DF05-C5C5-4088-9EF2-B9CECB45FD51}">
      <dgm:prSet/>
      <dgm:spPr/>
      <dgm:t>
        <a:bodyPr/>
        <a:lstStyle/>
        <a:p>
          <a:endParaRPr lang="en-US"/>
        </a:p>
      </dgm:t>
    </dgm:pt>
    <dgm:pt modelId="{E93634BB-14CB-4479-9AE3-5BC3B5BD9700}" type="sibTrans" cxnId="{6621DF05-C5C5-4088-9EF2-B9CECB45FD51}">
      <dgm:prSet/>
      <dgm:spPr/>
      <dgm:t>
        <a:bodyPr/>
        <a:lstStyle/>
        <a:p>
          <a:endParaRPr lang="en-US"/>
        </a:p>
      </dgm:t>
    </dgm:pt>
    <dgm:pt modelId="{375AD1C1-4BA3-40D1-9753-4214BEDAA019}">
      <dgm:prSet/>
      <dgm:spPr/>
      <dgm:t>
        <a:bodyPr/>
        <a:lstStyle/>
        <a:p>
          <a:r>
            <a:rPr lang="de-CH"/>
            <a:t>Pros/Contras - was lief gut, was lief gut</a:t>
          </a:r>
          <a:endParaRPr lang="en-US"/>
        </a:p>
      </dgm:t>
    </dgm:pt>
    <dgm:pt modelId="{BF6A398B-4597-4D6B-A951-8B43E4B99355}" type="parTrans" cxnId="{0766A13C-4E21-4219-A1B5-C0CD992582E6}">
      <dgm:prSet/>
      <dgm:spPr/>
      <dgm:t>
        <a:bodyPr/>
        <a:lstStyle/>
        <a:p>
          <a:endParaRPr lang="en-US"/>
        </a:p>
      </dgm:t>
    </dgm:pt>
    <dgm:pt modelId="{716C7181-58E9-4781-9B98-AC4DA376C713}" type="sibTrans" cxnId="{0766A13C-4E21-4219-A1B5-C0CD992582E6}">
      <dgm:prSet/>
      <dgm:spPr/>
      <dgm:t>
        <a:bodyPr/>
        <a:lstStyle/>
        <a:p>
          <a:endParaRPr lang="en-US"/>
        </a:p>
      </dgm:t>
    </dgm:pt>
    <dgm:pt modelId="{2AC07EAC-E378-4777-AF3E-D4835353ACF6}">
      <dgm:prSet/>
      <dgm:spPr/>
      <dgm:t>
        <a:bodyPr/>
        <a:lstStyle/>
        <a:p>
          <a:r>
            <a:rPr lang="de-CH"/>
            <a:t>Fazit</a:t>
          </a:r>
          <a:endParaRPr lang="en-US"/>
        </a:p>
      </dgm:t>
    </dgm:pt>
    <dgm:pt modelId="{E80E9D83-29A6-4F01-97B7-7007D48219DE}" type="parTrans" cxnId="{28BC6AA1-6211-40F3-932A-93D273636D9B}">
      <dgm:prSet/>
      <dgm:spPr/>
      <dgm:t>
        <a:bodyPr/>
        <a:lstStyle/>
        <a:p>
          <a:endParaRPr lang="en-US"/>
        </a:p>
      </dgm:t>
    </dgm:pt>
    <dgm:pt modelId="{641AB42D-1F72-4A98-A516-C5D34D219519}" type="sibTrans" cxnId="{28BC6AA1-6211-40F3-932A-93D273636D9B}">
      <dgm:prSet/>
      <dgm:spPr/>
      <dgm:t>
        <a:bodyPr/>
        <a:lstStyle/>
        <a:p>
          <a:endParaRPr lang="en-US"/>
        </a:p>
      </dgm:t>
    </dgm:pt>
    <dgm:pt modelId="{A4C1F44E-4E10-43A3-9E5F-D7063AB198E4}">
      <dgm:prSet/>
      <dgm:spPr/>
      <dgm:t>
        <a:bodyPr/>
        <a:lstStyle/>
        <a:p>
          <a:r>
            <a:rPr lang="de-CH"/>
            <a:t>Quellenverzeichnis-Abspann</a:t>
          </a:r>
          <a:endParaRPr lang="en-US"/>
        </a:p>
      </dgm:t>
    </dgm:pt>
    <dgm:pt modelId="{5B9EFA7A-4537-47C0-8AB2-AB8ADAC14EF5}" type="parTrans" cxnId="{213FE681-FEDC-402A-9B27-BB472129B745}">
      <dgm:prSet/>
      <dgm:spPr/>
      <dgm:t>
        <a:bodyPr/>
        <a:lstStyle/>
        <a:p>
          <a:endParaRPr lang="en-US"/>
        </a:p>
      </dgm:t>
    </dgm:pt>
    <dgm:pt modelId="{DA662DBB-7699-40F4-BF33-B165BCE9118D}" type="sibTrans" cxnId="{213FE681-FEDC-402A-9B27-BB472129B745}">
      <dgm:prSet/>
      <dgm:spPr/>
      <dgm:t>
        <a:bodyPr/>
        <a:lstStyle/>
        <a:p>
          <a:endParaRPr lang="en-US"/>
        </a:p>
      </dgm:t>
    </dgm:pt>
    <dgm:pt modelId="{1574429D-89F3-4684-8BDD-F94A64882BDC}" type="pres">
      <dgm:prSet presAssocID="{A73E86A9-C38F-410B-9248-0B156E4406B0}" presName="vert0" presStyleCnt="0">
        <dgm:presLayoutVars>
          <dgm:dir/>
          <dgm:animOne val="branch"/>
          <dgm:animLvl val="lvl"/>
        </dgm:presLayoutVars>
      </dgm:prSet>
      <dgm:spPr/>
    </dgm:pt>
    <dgm:pt modelId="{6B0DBB78-703E-488F-942A-07453B5368CA}" type="pres">
      <dgm:prSet presAssocID="{6DF52CE4-FD75-49F9-AE6A-18C1CB55695B}" presName="thickLine" presStyleLbl="alignNode1" presStyleIdx="0" presStyleCnt="6"/>
      <dgm:spPr/>
    </dgm:pt>
    <dgm:pt modelId="{82D51E85-8463-4FEB-9527-77BDAC2D7E07}" type="pres">
      <dgm:prSet presAssocID="{6DF52CE4-FD75-49F9-AE6A-18C1CB55695B}" presName="horz1" presStyleCnt="0"/>
      <dgm:spPr/>
    </dgm:pt>
    <dgm:pt modelId="{25508281-30A7-4100-BF06-53AD4C36CB2D}" type="pres">
      <dgm:prSet presAssocID="{6DF52CE4-FD75-49F9-AE6A-18C1CB55695B}" presName="tx1" presStyleLbl="revTx" presStyleIdx="0" presStyleCnt="6"/>
      <dgm:spPr/>
    </dgm:pt>
    <dgm:pt modelId="{09302ECD-E659-4F8B-A525-4B2E29F02699}" type="pres">
      <dgm:prSet presAssocID="{6DF52CE4-FD75-49F9-AE6A-18C1CB55695B}" presName="vert1" presStyleCnt="0"/>
      <dgm:spPr/>
    </dgm:pt>
    <dgm:pt modelId="{49F5D692-0475-4706-B1C0-7D370506C731}" type="pres">
      <dgm:prSet presAssocID="{88751B67-4810-4A2E-8B77-0B4FED1FC5F4}" presName="thickLine" presStyleLbl="alignNode1" presStyleIdx="1" presStyleCnt="6"/>
      <dgm:spPr/>
    </dgm:pt>
    <dgm:pt modelId="{933D5B8F-EAF2-4CE7-B2A6-6B301EE2E439}" type="pres">
      <dgm:prSet presAssocID="{88751B67-4810-4A2E-8B77-0B4FED1FC5F4}" presName="horz1" presStyleCnt="0"/>
      <dgm:spPr/>
    </dgm:pt>
    <dgm:pt modelId="{8365D6CB-5A45-4F90-A7A8-C466DD3BA76A}" type="pres">
      <dgm:prSet presAssocID="{88751B67-4810-4A2E-8B77-0B4FED1FC5F4}" presName="tx1" presStyleLbl="revTx" presStyleIdx="1" presStyleCnt="6"/>
      <dgm:spPr/>
    </dgm:pt>
    <dgm:pt modelId="{8CF64746-E29C-4E29-9E7B-03633676FF7F}" type="pres">
      <dgm:prSet presAssocID="{88751B67-4810-4A2E-8B77-0B4FED1FC5F4}" presName="vert1" presStyleCnt="0"/>
      <dgm:spPr/>
    </dgm:pt>
    <dgm:pt modelId="{20D8E012-D65F-428B-AAB0-E7FDAC97EE28}" type="pres">
      <dgm:prSet presAssocID="{7FB88751-D06F-4B61-893E-6C72167C9B45}" presName="thickLine" presStyleLbl="alignNode1" presStyleIdx="2" presStyleCnt="6"/>
      <dgm:spPr/>
    </dgm:pt>
    <dgm:pt modelId="{7BDDB91C-F94F-41E8-82C2-153BDBF90A28}" type="pres">
      <dgm:prSet presAssocID="{7FB88751-D06F-4B61-893E-6C72167C9B45}" presName="horz1" presStyleCnt="0"/>
      <dgm:spPr/>
    </dgm:pt>
    <dgm:pt modelId="{42E590D6-9828-40B6-9E05-B16959A5CF44}" type="pres">
      <dgm:prSet presAssocID="{7FB88751-D06F-4B61-893E-6C72167C9B45}" presName="tx1" presStyleLbl="revTx" presStyleIdx="2" presStyleCnt="6"/>
      <dgm:spPr/>
    </dgm:pt>
    <dgm:pt modelId="{8AE576AA-CE01-4AA2-9D0A-3125F42F2E0F}" type="pres">
      <dgm:prSet presAssocID="{7FB88751-D06F-4B61-893E-6C72167C9B45}" presName="vert1" presStyleCnt="0"/>
      <dgm:spPr/>
    </dgm:pt>
    <dgm:pt modelId="{B69EBED1-C2DA-4CAE-8F84-81295A95A3ED}" type="pres">
      <dgm:prSet presAssocID="{375AD1C1-4BA3-40D1-9753-4214BEDAA019}" presName="thickLine" presStyleLbl="alignNode1" presStyleIdx="3" presStyleCnt="6"/>
      <dgm:spPr/>
    </dgm:pt>
    <dgm:pt modelId="{A23A0F74-9028-4363-BEAB-C68B744E6A99}" type="pres">
      <dgm:prSet presAssocID="{375AD1C1-4BA3-40D1-9753-4214BEDAA019}" presName="horz1" presStyleCnt="0"/>
      <dgm:spPr/>
    </dgm:pt>
    <dgm:pt modelId="{6EE5FAD8-CAEE-4BB1-BC15-8584291409C1}" type="pres">
      <dgm:prSet presAssocID="{375AD1C1-4BA3-40D1-9753-4214BEDAA019}" presName="tx1" presStyleLbl="revTx" presStyleIdx="3" presStyleCnt="6"/>
      <dgm:spPr/>
    </dgm:pt>
    <dgm:pt modelId="{45FE0C63-0F50-4B23-8F67-DB68243091BE}" type="pres">
      <dgm:prSet presAssocID="{375AD1C1-4BA3-40D1-9753-4214BEDAA019}" presName="vert1" presStyleCnt="0"/>
      <dgm:spPr/>
    </dgm:pt>
    <dgm:pt modelId="{F7AF3349-5DA4-430D-B779-1178763610DF}" type="pres">
      <dgm:prSet presAssocID="{2AC07EAC-E378-4777-AF3E-D4835353ACF6}" presName="thickLine" presStyleLbl="alignNode1" presStyleIdx="4" presStyleCnt="6"/>
      <dgm:spPr/>
    </dgm:pt>
    <dgm:pt modelId="{C96933E9-3821-416F-9064-20FE9BDFBB59}" type="pres">
      <dgm:prSet presAssocID="{2AC07EAC-E378-4777-AF3E-D4835353ACF6}" presName="horz1" presStyleCnt="0"/>
      <dgm:spPr/>
    </dgm:pt>
    <dgm:pt modelId="{FBD5F0D3-EAEF-4E57-836E-02E865A92333}" type="pres">
      <dgm:prSet presAssocID="{2AC07EAC-E378-4777-AF3E-D4835353ACF6}" presName="tx1" presStyleLbl="revTx" presStyleIdx="4" presStyleCnt="6"/>
      <dgm:spPr/>
    </dgm:pt>
    <dgm:pt modelId="{00D01559-2593-4E4E-B9D4-C5176D2B96D4}" type="pres">
      <dgm:prSet presAssocID="{2AC07EAC-E378-4777-AF3E-D4835353ACF6}" presName="vert1" presStyleCnt="0"/>
      <dgm:spPr/>
    </dgm:pt>
    <dgm:pt modelId="{8A546201-E659-42A2-B962-806BAF919F86}" type="pres">
      <dgm:prSet presAssocID="{A4C1F44E-4E10-43A3-9E5F-D7063AB198E4}" presName="thickLine" presStyleLbl="alignNode1" presStyleIdx="5" presStyleCnt="6"/>
      <dgm:spPr/>
    </dgm:pt>
    <dgm:pt modelId="{59C29C3A-DA93-4BE0-952C-A269DA98F5D1}" type="pres">
      <dgm:prSet presAssocID="{A4C1F44E-4E10-43A3-9E5F-D7063AB198E4}" presName="horz1" presStyleCnt="0"/>
      <dgm:spPr/>
    </dgm:pt>
    <dgm:pt modelId="{3A3160F8-BCD9-41E2-B347-7DB3F03C94E3}" type="pres">
      <dgm:prSet presAssocID="{A4C1F44E-4E10-43A3-9E5F-D7063AB198E4}" presName="tx1" presStyleLbl="revTx" presStyleIdx="5" presStyleCnt="6"/>
      <dgm:spPr/>
    </dgm:pt>
    <dgm:pt modelId="{50E0EFA8-6438-4C23-862B-9555EE2AF1F1}" type="pres">
      <dgm:prSet presAssocID="{A4C1F44E-4E10-43A3-9E5F-D7063AB198E4}" presName="vert1" presStyleCnt="0"/>
      <dgm:spPr/>
    </dgm:pt>
  </dgm:ptLst>
  <dgm:cxnLst>
    <dgm:cxn modelId="{6621DF05-C5C5-4088-9EF2-B9CECB45FD51}" srcId="{A73E86A9-C38F-410B-9248-0B156E4406B0}" destId="{7FB88751-D06F-4B61-893E-6C72167C9B45}" srcOrd="2" destOrd="0" parTransId="{922400EE-B1DF-46F0-A013-717594C96958}" sibTransId="{E93634BB-14CB-4479-9AE3-5BC3B5BD9700}"/>
    <dgm:cxn modelId="{D5A9E933-19F0-405C-AFC2-7E36BEFC4005}" type="presOf" srcId="{A73E86A9-C38F-410B-9248-0B156E4406B0}" destId="{1574429D-89F3-4684-8BDD-F94A64882BDC}" srcOrd="0" destOrd="0" presId="urn:microsoft.com/office/officeart/2008/layout/LinedList"/>
    <dgm:cxn modelId="{0766A13C-4E21-4219-A1B5-C0CD992582E6}" srcId="{A73E86A9-C38F-410B-9248-0B156E4406B0}" destId="{375AD1C1-4BA3-40D1-9753-4214BEDAA019}" srcOrd="3" destOrd="0" parTransId="{BF6A398B-4597-4D6B-A951-8B43E4B99355}" sibTransId="{716C7181-58E9-4781-9B98-AC4DA376C713}"/>
    <dgm:cxn modelId="{3B49094E-FE5F-4072-A30B-5ECE31DAFC00}" type="presOf" srcId="{6DF52CE4-FD75-49F9-AE6A-18C1CB55695B}" destId="{25508281-30A7-4100-BF06-53AD4C36CB2D}" srcOrd="0" destOrd="0" presId="urn:microsoft.com/office/officeart/2008/layout/LinedList"/>
    <dgm:cxn modelId="{D565456E-8E7B-45AC-ADAD-069348278B15}" type="presOf" srcId="{88751B67-4810-4A2E-8B77-0B4FED1FC5F4}" destId="{8365D6CB-5A45-4F90-A7A8-C466DD3BA76A}" srcOrd="0" destOrd="0" presId="urn:microsoft.com/office/officeart/2008/layout/LinedList"/>
    <dgm:cxn modelId="{213FE681-FEDC-402A-9B27-BB472129B745}" srcId="{A73E86A9-C38F-410B-9248-0B156E4406B0}" destId="{A4C1F44E-4E10-43A3-9E5F-D7063AB198E4}" srcOrd="5" destOrd="0" parTransId="{5B9EFA7A-4537-47C0-8AB2-AB8ADAC14EF5}" sibTransId="{DA662DBB-7699-40F4-BF33-B165BCE9118D}"/>
    <dgm:cxn modelId="{2B78AB9B-1DBE-4C1D-BF32-ED42A469B4B9}" type="presOf" srcId="{375AD1C1-4BA3-40D1-9753-4214BEDAA019}" destId="{6EE5FAD8-CAEE-4BB1-BC15-8584291409C1}" srcOrd="0" destOrd="0" presId="urn:microsoft.com/office/officeart/2008/layout/LinedList"/>
    <dgm:cxn modelId="{28BC6AA1-6211-40F3-932A-93D273636D9B}" srcId="{A73E86A9-C38F-410B-9248-0B156E4406B0}" destId="{2AC07EAC-E378-4777-AF3E-D4835353ACF6}" srcOrd="4" destOrd="0" parTransId="{E80E9D83-29A6-4F01-97B7-7007D48219DE}" sibTransId="{641AB42D-1F72-4A98-A516-C5D34D219519}"/>
    <dgm:cxn modelId="{6FFFB2BA-A46B-467F-A06B-6FEF5AD2DDB3}" type="presOf" srcId="{7FB88751-D06F-4B61-893E-6C72167C9B45}" destId="{42E590D6-9828-40B6-9E05-B16959A5CF44}" srcOrd="0" destOrd="0" presId="urn:microsoft.com/office/officeart/2008/layout/LinedList"/>
    <dgm:cxn modelId="{C073B3D9-37C8-4D2B-9A89-8180FC0EEE68}" type="presOf" srcId="{A4C1F44E-4E10-43A3-9E5F-D7063AB198E4}" destId="{3A3160F8-BCD9-41E2-B347-7DB3F03C94E3}" srcOrd="0" destOrd="0" presId="urn:microsoft.com/office/officeart/2008/layout/LinedList"/>
    <dgm:cxn modelId="{CC9256DB-3A5C-409C-AED5-D6C3BE77EBC0}" type="presOf" srcId="{2AC07EAC-E378-4777-AF3E-D4835353ACF6}" destId="{FBD5F0D3-EAEF-4E57-836E-02E865A92333}" srcOrd="0" destOrd="0" presId="urn:microsoft.com/office/officeart/2008/layout/LinedList"/>
    <dgm:cxn modelId="{76393DDC-4085-435E-8BE6-62BC19A75CFB}" srcId="{A73E86A9-C38F-410B-9248-0B156E4406B0}" destId="{88751B67-4810-4A2E-8B77-0B4FED1FC5F4}" srcOrd="1" destOrd="0" parTransId="{0AA0DE32-971E-4FB5-946F-6D1DB4ABFE61}" sibTransId="{21CBE448-61C6-475A-AB56-DDFB5BB3B959}"/>
    <dgm:cxn modelId="{DBAC59F9-452D-4C95-B9F9-F79D74B68271}" srcId="{A73E86A9-C38F-410B-9248-0B156E4406B0}" destId="{6DF52CE4-FD75-49F9-AE6A-18C1CB55695B}" srcOrd="0" destOrd="0" parTransId="{F699389E-A549-4AB2-A871-E166712C368E}" sibTransId="{D95D1A39-54E5-4FAB-872C-96EBB6CFA60D}"/>
    <dgm:cxn modelId="{3BD9764B-D047-4B41-B658-8DD591BD26AE}" type="presParOf" srcId="{1574429D-89F3-4684-8BDD-F94A64882BDC}" destId="{6B0DBB78-703E-488F-942A-07453B5368CA}" srcOrd="0" destOrd="0" presId="urn:microsoft.com/office/officeart/2008/layout/LinedList"/>
    <dgm:cxn modelId="{7A3E2DDE-83A5-4BB7-B155-820D8DEECB50}" type="presParOf" srcId="{1574429D-89F3-4684-8BDD-F94A64882BDC}" destId="{82D51E85-8463-4FEB-9527-77BDAC2D7E07}" srcOrd="1" destOrd="0" presId="urn:microsoft.com/office/officeart/2008/layout/LinedList"/>
    <dgm:cxn modelId="{2B0D8775-270D-4EB1-AA6A-A129FBA1DD56}" type="presParOf" srcId="{82D51E85-8463-4FEB-9527-77BDAC2D7E07}" destId="{25508281-30A7-4100-BF06-53AD4C36CB2D}" srcOrd="0" destOrd="0" presId="urn:microsoft.com/office/officeart/2008/layout/LinedList"/>
    <dgm:cxn modelId="{0A02B3C7-F174-478E-AA20-D03181ABA006}" type="presParOf" srcId="{82D51E85-8463-4FEB-9527-77BDAC2D7E07}" destId="{09302ECD-E659-4F8B-A525-4B2E29F02699}" srcOrd="1" destOrd="0" presId="urn:microsoft.com/office/officeart/2008/layout/LinedList"/>
    <dgm:cxn modelId="{408E9D01-3EFB-4A8B-9273-573925C35F89}" type="presParOf" srcId="{1574429D-89F3-4684-8BDD-F94A64882BDC}" destId="{49F5D692-0475-4706-B1C0-7D370506C731}" srcOrd="2" destOrd="0" presId="urn:microsoft.com/office/officeart/2008/layout/LinedList"/>
    <dgm:cxn modelId="{7BF7F247-43D6-441A-A5EF-7A61AAC3F345}" type="presParOf" srcId="{1574429D-89F3-4684-8BDD-F94A64882BDC}" destId="{933D5B8F-EAF2-4CE7-B2A6-6B301EE2E439}" srcOrd="3" destOrd="0" presId="urn:microsoft.com/office/officeart/2008/layout/LinedList"/>
    <dgm:cxn modelId="{803876D7-7D93-4E10-989A-8AA9AE03AC5D}" type="presParOf" srcId="{933D5B8F-EAF2-4CE7-B2A6-6B301EE2E439}" destId="{8365D6CB-5A45-4F90-A7A8-C466DD3BA76A}" srcOrd="0" destOrd="0" presId="urn:microsoft.com/office/officeart/2008/layout/LinedList"/>
    <dgm:cxn modelId="{D756B86F-4210-4A93-8E5C-F2DF00283E43}" type="presParOf" srcId="{933D5B8F-EAF2-4CE7-B2A6-6B301EE2E439}" destId="{8CF64746-E29C-4E29-9E7B-03633676FF7F}" srcOrd="1" destOrd="0" presId="urn:microsoft.com/office/officeart/2008/layout/LinedList"/>
    <dgm:cxn modelId="{93F9D6DC-E0C3-4E31-9E68-96A166326B75}" type="presParOf" srcId="{1574429D-89F3-4684-8BDD-F94A64882BDC}" destId="{20D8E012-D65F-428B-AAB0-E7FDAC97EE28}" srcOrd="4" destOrd="0" presId="urn:microsoft.com/office/officeart/2008/layout/LinedList"/>
    <dgm:cxn modelId="{85098B12-C29A-4640-80C3-F2D8177C8663}" type="presParOf" srcId="{1574429D-89F3-4684-8BDD-F94A64882BDC}" destId="{7BDDB91C-F94F-41E8-82C2-153BDBF90A28}" srcOrd="5" destOrd="0" presId="urn:microsoft.com/office/officeart/2008/layout/LinedList"/>
    <dgm:cxn modelId="{5D8EB82E-EEC2-444F-9E05-CCCCBE884332}" type="presParOf" srcId="{7BDDB91C-F94F-41E8-82C2-153BDBF90A28}" destId="{42E590D6-9828-40B6-9E05-B16959A5CF44}" srcOrd="0" destOrd="0" presId="urn:microsoft.com/office/officeart/2008/layout/LinedList"/>
    <dgm:cxn modelId="{E094C40B-6C10-4F27-BF53-CAFEB3DF3FA6}" type="presParOf" srcId="{7BDDB91C-F94F-41E8-82C2-153BDBF90A28}" destId="{8AE576AA-CE01-4AA2-9D0A-3125F42F2E0F}" srcOrd="1" destOrd="0" presId="urn:microsoft.com/office/officeart/2008/layout/LinedList"/>
    <dgm:cxn modelId="{E5DC0B6C-C08A-47A0-A048-6F95F6D43FCC}" type="presParOf" srcId="{1574429D-89F3-4684-8BDD-F94A64882BDC}" destId="{B69EBED1-C2DA-4CAE-8F84-81295A95A3ED}" srcOrd="6" destOrd="0" presId="urn:microsoft.com/office/officeart/2008/layout/LinedList"/>
    <dgm:cxn modelId="{D59F920A-4C4C-47CF-9654-0C657A855BB2}" type="presParOf" srcId="{1574429D-89F3-4684-8BDD-F94A64882BDC}" destId="{A23A0F74-9028-4363-BEAB-C68B744E6A99}" srcOrd="7" destOrd="0" presId="urn:microsoft.com/office/officeart/2008/layout/LinedList"/>
    <dgm:cxn modelId="{6CA770CF-6BAE-42A1-B819-36F81B60786B}" type="presParOf" srcId="{A23A0F74-9028-4363-BEAB-C68B744E6A99}" destId="{6EE5FAD8-CAEE-4BB1-BC15-8584291409C1}" srcOrd="0" destOrd="0" presId="urn:microsoft.com/office/officeart/2008/layout/LinedList"/>
    <dgm:cxn modelId="{120DB1FE-C061-422D-B692-33E282B9AE7B}" type="presParOf" srcId="{A23A0F74-9028-4363-BEAB-C68B744E6A99}" destId="{45FE0C63-0F50-4B23-8F67-DB68243091BE}" srcOrd="1" destOrd="0" presId="urn:microsoft.com/office/officeart/2008/layout/LinedList"/>
    <dgm:cxn modelId="{6552CB93-C7A8-43E1-A70E-939A0F1E2290}" type="presParOf" srcId="{1574429D-89F3-4684-8BDD-F94A64882BDC}" destId="{F7AF3349-5DA4-430D-B779-1178763610DF}" srcOrd="8" destOrd="0" presId="urn:microsoft.com/office/officeart/2008/layout/LinedList"/>
    <dgm:cxn modelId="{9FC6BF96-547D-4911-A181-114096A2762F}" type="presParOf" srcId="{1574429D-89F3-4684-8BDD-F94A64882BDC}" destId="{C96933E9-3821-416F-9064-20FE9BDFBB59}" srcOrd="9" destOrd="0" presId="urn:microsoft.com/office/officeart/2008/layout/LinedList"/>
    <dgm:cxn modelId="{A8FAACF0-79C1-4C32-8A54-6AB1F6C709D7}" type="presParOf" srcId="{C96933E9-3821-416F-9064-20FE9BDFBB59}" destId="{FBD5F0D3-EAEF-4E57-836E-02E865A92333}" srcOrd="0" destOrd="0" presId="urn:microsoft.com/office/officeart/2008/layout/LinedList"/>
    <dgm:cxn modelId="{5F393E5F-C964-4595-9757-46165177C0D7}" type="presParOf" srcId="{C96933E9-3821-416F-9064-20FE9BDFBB59}" destId="{00D01559-2593-4E4E-B9D4-C5176D2B96D4}" srcOrd="1" destOrd="0" presId="urn:microsoft.com/office/officeart/2008/layout/LinedList"/>
    <dgm:cxn modelId="{F3A1C740-8F95-4340-88E8-6E85DEE384D2}" type="presParOf" srcId="{1574429D-89F3-4684-8BDD-F94A64882BDC}" destId="{8A546201-E659-42A2-B962-806BAF919F86}" srcOrd="10" destOrd="0" presId="urn:microsoft.com/office/officeart/2008/layout/LinedList"/>
    <dgm:cxn modelId="{B8862335-A5B5-411D-B752-6EC9F28B9B5F}" type="presParOf" srcId="{1574429D-89F3-4684-8BDD-F94A64882BDC}" destId="{59C29C3A-DA93-4BE0-952C-A269DA98F5D1}" srcOrd="11" destOrd="0" presId="urn:microsoft.com/office/officeart/2008/layout/LinedList"/>
    <dgm:cxn modelId="{EE7D9096-CA33-40CB-B24A-1620EE3BCF94}" type="presParOf" srcId="{59C29C3A-DA93-4BE0-952C-A269DA98F5D1}" destId="{3A3160F8-BCD9-41E2-B347-7DB3F03C94E3}" srcOrd="0" destOrd="0" presId="urn:microsoft.com/office/officeart/2008/layout/LinedList"/>
    <dgm:cxn modelId="{BDD8391F-C622-441B-AF4B-E40ADA5CE841}" type="presParOf" srcId="{59C29C3A-DA93-4BE0-952C-A269DA98F5D1}" destId="{50E0EFA8-6438-4C23-862B-9555EE2AF1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14DB05-B2E5-47EC-B03F-DB398CE30AB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0D3BA6F1-55D7-4084-9FB6-F173797302E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Idee</a:t>
          </a:r>
          <a:endParaRPr lang="en-US"/>
        </a:p>
      </dgm:t>
    </dgm:pt>
    <dgm:pt modelId="{4C66F312-FBD0-4AA7-878A-F60DE72EF3E7}" type="parTrans" cxnId="{85ECDF7D-F0F7-434E-8AE0-3E882614DF47}">
      <dgm:prSet/>
      <dgm:spPr/>
      <dgm:t>
        <a:bodyPr/>
        <a:lstStyle/>
        <a:p>
          <a:endParaRPr lang="en-US"/>
        </a:p>
      </dgm:t>
    </dgm:pt>
    <dgm:pt modelId="{A1624CA8-F925-4ED4-B534-7538B7BAB9EC}" type="sibTrans" cxnId="{85ECDF7D-F0F7-434E-8AE0-3E882614DF47}">
      <dgm:prSet/>
      <dgm:spPr/>
      <dgm:t>
        <a:bodyPr/>
        <a:lstStyle/>
        <a:p>
          <a:endParaRPr lang="en-US"/>
        </a:p>
      </dgm:t>
    </dgm:pt>
    <dgm:pt modelId="{802C9613-7429-4AAA-8E47-6803BB38633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Entscheidung </a:t>
          </a:r>
          <a:endParaRPr lang="en-US"/>
        </a:p>
      </dgm:t>
    </dgm:pt>
    <dgm:pt modelId="{BB6DF670-C86F-4227-870B-5815980B7EA4}" type="parTrans" cxnId="{E69D049C-DCCE-4527-AA82-B64F6510E42F}">
      <dgm:prSet/>
      <dgm:spPr/>
      <dgm:t>
        <a:bodyPr/>
        <a:lstStyle/>
        <a:p>
          <a:endParaRPr lang="en-US"/>
        </a:p>
      </dgm:t>
    </dgm:pt>
    <dgm:pt modelId="{F64D29D3-75E8-40B0-95BE-6477D5946133}" type="sibTrans" cxnId="{E69D049C-DCCE-4527-AA82-B64F6510E42F}">
      <dgm:prSet/>
      <dgm:spPr/>
      <dgm:t>
        <a:bodyPr/>
        <a:lstStyle/>
        <a:p>
          <a:endParaRPr lang="en-US"/>
        </a:p>
      </dgm:t>
    </dgm:pt>
    <dgm:pt modelId="{16CE1586-C9DC-43F5-9964-290D17EB060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Nutzung </a:t>
          </a:r>
          <a:endParaRPr lang="en-US"/>
        </a:p>
      </dgm:t>
    </dgm:pt>
    <dgm:pt modelId="{94A3F42C-985A-4B86-93C3-833403ED147F}" type="parTrans" cxnId="{BDB25085-631C-43A4-89C7-DB6CF2A5428B}">
      <dgm:prSet/>
      <dgm:spPr/>
      <dgm:t>
        <a:bodyPr/>
        <a:lstStyle/>
        <a:p>
          <a:endParaRPr lang="en-US"/>
        </a:p>
      </dgm:t>
    </dgm:pt>
    <dgm:pt modelId="{43410101-58B0-4E6A-9F91-F8107FF10998}" type="sibTrans" cxnId="{BDB25085-631C-43A4-89C7-DB6CF2A5428B}">
      <dgm:prSet/>
      <dgm:spPr/>
      <dgm:t>
        <a:bodyPr/>
        <a:lstStyle/>
        <a:p>
          <a:endParaRPr lang="en-US"/>
        </a:p>
      </dgm:t>
    </dgm:pt>
    <dgm:pt modelId="{16893A46-3772-469C-98D0-5F867B60C9C7}" type="pres">
      <dgm:prSet presAssocID="{EF14DB05-B2E5-47EC-B03F-DB398CE30AB4}" presName="root" presStyleCnt="0">
        <dgm:presLayoutVars>
          <dgm:dir/>
          <dgm:resizeHandles val="exact"/>
        </dgm:presLayoutVars>
      </dgm:prSet>
      <dgm:spPr/>
    </dgm:pt>
    <dgm:pt modelId="{DD18ED16-0EBC-4E9A-ABB8-E69D0D0E511D}" type="pres">
      <dgm:prSet presAssocID="{0D3BA6F1-55D7-4084-9FB6-F173797302E6}" presName="compNode" presStyleCnt="0"/>
      <dgm:spPr/>
    </dgm:pt>
    <dgm:pt modelId="{3BBE6E8C-B5A9-45B1-BC2A-F6208747570B}" type="pres">
      <dgm:prSet presAssocID="{0D3BA6F1-55D7-4084-9FB6-F173797302E6}" presName="bgRect" presStyleLbl="bgShp" presStyleIdx="0" presStyleCnt="3"/>
      <dgm:spPr/>
    </dgm:pt>
    <dgm:pt modelId="{D79CDE12-2671-47EF-B295-760A51D38A1F}" type="pres">
      <dgm:prSet presAssocID="{0D3BA6F1-55D7-4084-9FB6-F173797302E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64550A65-89E1-4258-9E99-D99A2AF1E391}" type="pres">
      <dgm:prSet presAssocID="{0D3BA6F1-55D7-4084-9FB6-F173797302E6}" presName="spaceRect" presStyleCnt="0"/>
      <dgm:spPr/>
    </dgm:pt>
    <dgm:pt modelId="{FE234E13-DA0D-4D26-AC78-281A2E57BA06}" type="pres">
      <dgm:prSet presAssocID="{0D3BA6F1-55D7-4084-9FB6-F173797302E6}" presName="parTx" presStyleLbl="revTx" presStyleIdx="0" presStyleCnt="3">
        <dgm:presLayoutVars>
          <dgm:chMax val="0"/>
          <dgm:chPref val="0"/>
        </dgm:presLayoutVars>
      </dgm:prSet>
      <dgm:spPr/>
    </dgm:pt>
    <dgm:pt modelId="{D12942F9-6E89-465C-9830-90926A9324BE}" type="pres">
      <dgm:prSet presAssocID="{A1624CA8-F925-4ED4-B534-7538B7BAB9EC}" presName="sibTrans" presStyleCnt="0"/>
      <dgm:spPr/>
    </dgm:pt>
    <dgm:pt modelId="{F71CD265-825B-4C6D-A34B-6C8761AE9BD1}" type="pres">
      <dgm:prSet presAssocID="{802C9613-7429-4AAA-8E47-6803BB38633F}" presName="compNode" presStyleCnt="0"/>
      <dgm:spPr/>
    </dgm:pt>
    <dgm:pt modelId="{A1AAFD64-EDD0-4923-B532-1C37C871BB7A}" type="pres">
      <dgm:prSet presAssocID="{802C9613-7429-4AAA-8E47-6803BB38633F}" presName="bgRect" presStyleLbl="bgShp" presStyleIdx="1" presStyleCnt="3"/>
      <dgm:spPr/>
    </dgm:pt>
    <dgm:pt modelId="{C9AF9483-F3B9-4C6E-8F7F-A0DB8395899C}" type="pres">
      <dgm:prSet presAssocID="{802C9613-7429-4AAA-8E47-6803BB38633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ktionshammer"/>
        </a:ext>
      </dgm:extLst>
    </dgm:pt>
    <dgm:pt modelId="{CF7A3C70-5094-40C3-9E1E-0CE6CF64986A}" type="pres">
      <dgm:prSet presAssocID="{802C9613-7429-4AAA-8E47-6803BB38633F}" presName="spaceRect" presStyleCnt="0"/>
      <dgm:spPr/>
    </dgm:pt>
    <dgm:pt modelId="{EBDE7DB5-6E01-40AB-B289-4A218F71D08A}" type="pres">
      <dgm:prSet presAssocID="{802C9613-7429-4AAA-8E47-6803BB38633F}" presName="parTx" presStyleLbl="revTx" presStyleIdx="1" presStyleCnt="3">
        <dgm:presLayoutVars>
          <dgm:chMax val="0"/>
          <dgm:chPref val="0"/>
        </dgm:presLayoutVars>
      </dgm:prSet>
      <dgm:spPr/>
    </dgm:pt>
    <dgm:pt modelId="{03DB37D2-132A-4F95-8ECB-58CBF3DA202F}" type="pres">
      <dgm:prSet presAssocID="{F64D29D3-75E8-40B0-95BE-6477D5946133}" presName="sibTrans" presStyleCnt="0"/>
      <dgm:spPr/>
    </dgm:pt>
    <dgm:pt modelId="{922CD251-96E7-4F65-A149-1336EBE51847}" type="pres">
      <dgm:prSet presAssocID="{16CE1586-C9DC-43F5-9964-290D17EB0606}" presName="compNode" presStyleCnt="0"/>
      <dgm:spPr/>
    </dgm:pt>
    <dgm:pt modelId="{DF9980CC-3260-4D3E-A0F9-449206113BAB}" type="pres">
      <dgm:prSet presAssocID="{16CE1586-C9DC-43F5-9964-290D17EB0606}" presName="bgRect" presStyleLbl="bgShp" presStyleIdx="2" presStyleCnt="3"/>
      <dgm:spPr/>
    </dgm:pt>
    <dgm:pt modelId="{B2AE81BE-93E4-43CE-B08D-78ED5D255BC9}" type="pres">
      <dgm:prSet presAssocID="{16CE1586-C9DC-43F5-9964-290D17EB060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D19212DB-BDF8-4D8E-B84D-81190D3365E6}" type="pres">
      <dgm:prSet presAssocID="{16CE1586-C9DC-43F5-9964-290D17EB0606}" presName="spaceRect" presStyleCnt="0"/>
      <dgm:spPr/>
    </dgm:pt>
    <dgm:pt modelId="{86DE1C87-FBC4-4F74-8CBE-432DA773A3FA}" type="pres">
      <dgm:prSet presAssocID="{16CE1586-C9DC-43F5-9964-290D17EB060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59BDC00-EB14-408A-B08D-BD5710922A5C}" type="presOf" srcId="{802C9613-7429-4AAA-8E47-6803BB38633F}" destId="{EBDE7DB5-6E01-40AB-B289-4A218F71D08A}" srcOrd="0" destOrd="0" presId="urn:microsoft.com/office/officeart/2018/2/layout/IconVerticalSolidList"/>
    <dgm:cxn modelId="{70CA9213-EB1F-491E-9E24-3F45F5DBA825}" type="presOf" srcId="{EF14DB05-B2E5-47EC-B03F-DB398CE30AB4}" destId="{16893A46-3772-469C-98D0-5F867B60C9C7}" srcOrd="0" destOrd="0" presId="urn:microsoft.com/office/officeart/2018/2/layout/IconVerticalSolidList"/>
    <dgm:cxn modelId="{4218934D-97AA-4AB0-A6A6-2F2D37F1F051}" type="presOf" srcId="{16CE1586-C9DC-43F5-9964-290D17EB0606}" destId="{86DE1C87-FBC4-4F74-8CBE-432DA773A3FA}" srcOrd="0" destOrd="0" presId="urn:microsoft.com/office/officeart/2018/2/layout/IconVerticalSolidList"/>
    <dgm:cxn modelId="{85ECDF7D-F0F7-434E-8AE0-3E882614DF47}" srcId="{EF14DB05-B2E5-47EC-B03F-DB398CE30AB4}" destId="{0D3BA6F1-55D7-4084-9FB6-F173797302E6}" srcOrd="0" destOrd="0" parTransId="{4C66F312-FBD0-4AA7-878A-F60DE72EF3E7}" sibTransId="{A1624CA8-F925-4ED4-B534-7538B7BAB9EC}"/>
    <dgm:cxn modelId="{29072D81-8E9F-4FC5-BEE2-1ED5F852698B}" type="presOf" srcId="{0D3BA6F1-55D7-4084-9FB6-F173797302E6}" destId="{FE234E13-DA0D-4D26-AC78-281A2E57BA06}" srcOrd="0" destOrd="0" presId="urn:microsoft.com/office/officeart/2018/2/layout/IconVerticalSolidList"/>
    <dgm:cxn modelId="{BDB25085-631C-43A4-89C7-DB6CF2A5428B}" srcId="{EF14DB05-B2E5-47EC-B03F-DB398CE30AB4}" destId="{16CE1586-C9DC-43F5-9964-290D17EB0606}" srcOrd="2" destOrd="0" parTransId="{94A3F42C-985A-4B86-93C3-833403ED147F}" sibTransId="{43410101-58B0-4E6A-9F91-F8107FF10998}"/>
    <dgm:cxn modelId="{E69D049C-DCCE-4527-AA82-B64F6510E42F}" srcId="{EF14DB05-B2E5-47EC-B03F-DB398CE30AB4}" destId="{802C9613-7429-4AAA-8E47-6803BB38633F}" srcOrd="1" destOrd="0" parTransId="{BB6DF670-C86F-4227-870B-5815980B7EA4}" sibTransId="{F64D29D3-75E8-40B0-95BE-6477D5946133}"/>
    <dgm:cxn modelId="{04E74449-2D00-4441-8DF4-9D1EC39082F0}" type="presParOf" srcId="{16893A46-3772-469C-98D0-5F867B60C9C7}" destId="{DD18ED16-0EBC-4E9A-ABB8-E69D0D0E511D}" srcOrd="0" destOrd="0" presId="urn:microsoft.com/office/officeart/2018/2/layout/IconVerticalSolidList"/>
    <dgm:cxn modelId="{CA341A5D-8053-4203-9872-24AACD23B267}" type="presParOf" srcId="{DD18ED16-0EBC-4E9A-ABB8-E69D0D0E511D}" destId="{3BBE6E8C-B5A9-45B1-BC2A-F6208747570B}" srcOrd="0" destOrd="0" presId="urn:microsoft.com/office/officeart/2018/2/layout/IconVerticalSolidList"/>
    <dgm:cxn modelId="{064975C3-7088-461D-B478-2A52424AD213}" type="presParOf" srcId="{DD18ED16-0EBC-4E9A-ABB8-E69D0D0E511D}" destId="{D79CDE12-2671-47EF-B295-760A51D38A1F}" srcOrd="1" destOrd="0" presId="urn:microsoft.com/office/officeart/2018/2/layout/IconVerticalSolidList"/>
    <dgm:cxn modelId="{5FCCB3D1-6E61-4BE5-9D98-A561256194C1}" type="presParOf" srcId="{DD18ED16-0EBC-4E9A-ABB8-E69D0D0E511D}" destId="{64550A65-89E1-4258-9E99-D99A2AF1E391}" srcOrd="2" destOrd="0" presId="urn:microsoft.com/office/officeart/2018/2/layout/IconVerticalSolidList"/>
    <dgm:cxn modelId="{5CB1F6BA-8BBC-4484-A551-D8421FB4B585}" type="presParOf" srcId="{DD18ED16-0EBC-4E9A-ABB8-E69D0D0E511D}" destId="{FE234E13-DA0D-4D26-AC78-281A2E57BA06}" srcOrd="3" destOrd="0" presId="urn:microsoft.com/office/officeart/2018/2/layout/IconVerticalSolidList"/>
    <dgm:cxn modelId="{BBD6F5F8-6FC1-4767-B5BB-186279AAB6F2}" type="presParOf" srcId="{16893A46-3772-469C-98D0-5F867B60C9C7}" destId="{D12942F9-6E89-465C-9830-90926A9324BE}" srcOrd="1" destOrd="0" presId="urn:microsoft.com/office/officeart/2018/2/layout/IconVerticalSolidList"/>
    <dgm:cxn modelId="{C252E1CB-7121-4662-AB7A-6001565113D2}" type="presParOf" srcId="{16893A46-3772-469C-98D0-5F867B60C9C7}" destId="{F71CD265-825B-4C6D-A34B-6C8761AE9BD1}" srcOrd="2" destOrd="0" presId="urn:microsoft.com/office/officeart/2018/2/layout/IconVerticalSolidList"/>
    <dgm:cxn modelId="{7EA64585-5C91-46FA-94E6-18EB1AAEA406}" type="presParOf" srcId="{F71CD265-825B-4C6D-A34B-6C8761AE9BD1}" destId="{A1AAFD64-EDD0-4923-B532-1C37C871BB7A}" srcOrd="0" destOrd="0" presId="urn:microsoft.com/office/officeart/2018/2/layout/IconVerticalSolidList"/>
    <dgm:cxn modelId="{8243BCD1-8386-4C7D-888E-8A329488DE3A}" type="presParOf" srcId="{F71CD265-825B-4C6D-A34B-6C8761AE9BD1}" destId="{C9AF9483-F3B9-4C6E-8F7F-A0DB8395899C}" srcOrd="1" destOrd="0" presId="urn:microsoft.com/office/officeart/2018/2/layout/IconVerticalSolidList"/>
    <dgm:cxn modelId="{D9BB8628-D195-4FBF-9B71-8B39CD461595}" type="presParOf" srcId="{F71CD265-825B-4C6D-A34B-6C8761AE9BD1}" destId="{CF7A3C70-5094-40C3-9E1E-0CE6CF64986A}" srcOrd="2" destOrd="0" presId="urn:microsoft.com/office/officeart/2018/2/layout/IconVerticalSolidList"/>
    <dgm:cxn modelId="{4CEA0291-E4C6-4B2B-9DA9-2CA0E0BD3831}" type="presParOf" srcId="{F71CD265-825B-4C6D-A34B-6C8761AE9BD1}" destId="{EBDE7DB5-6E01-40AB-B289-4A218F71D08A}" srcOrd="3" destOrd="0" presId="urn:microsoft.com/office/officeart/2018/2/layout/IconVerticalSolidList"/>
    <dgm:cxn modelId="{B98DBF3D-1CE5-48E3-A951-C4A6EF3E0030}" type="presParOf" srcId="{16893A46-3772-469C-98D0-5F867B60C9C7}" destId="{03DB37D2-132A-4F95-8ECB-58CBF3DA202F}" srcOrd="3" destOrd="0" presId="urn:microsoft.com/office/officeart/2018/2/layout/IconVerticalSolidList"/>
    <dgm:cxn modelId="{87F12444-3EC5-4BAE-8350-23D6EB96E392}" type="presParOf" srcId="{16893A46-3772-469C-98D0-5F867B60C9C7}" destId="{922CD251-96E7-4F65-A149-1336EBE51847}" srcOrd="4" destOrd="0" presId="urn:microsoft.com/office/officeart/2018/2/layout/IconVerticalSolidList"/>
    <dgm:cxn modelId="{AAFA16B0-7257-4378-9FCE-402D62A638AE}" type="presParOf" srcId="{922CD251-96E7-4F65-A149-1336EBE51847}" destId="{DF9980CC-3260-4D3E-A0F9-449206113BAB}" srcOrd="0" destOrd="0" presId="urn:microsoft.com/office/officeart/2018/2/layout/IconVerticalSolidList"/>
    <dgm:cxn modelId="{22045D2E-234D-426F-80EB-A94E88D03829}" type="presParOf" srcId="{922CD251-96E7-4F65-A149-1336EBE51847}" destId="{B2AE81BE-93E4-43CE-B08D-78ED5D255BC9}" srcOrd="1" destOrd="0" presId="urn:microsoft.com/office/officeart/2018/2/layout/IconVerticalSolidList"/>
    <dgm:cxn modelId="{2416F338-373C-4F71-A9BD-52D700304FA2}" type="presParOf" srcId="{922CD251-96E7-4F65-A149-1336EBE51847}" destId="{D19212DB-BDF8-4D8E-B84D-81190D3365E6}" srcOrd="2" destOrd="0" presId="urn:microsoft.com/office/officeart/2018/2/layout/IconVerticalSolidList"/>
    <dgm:cxn modelId="{C6A3BA5B-7AED-498B-A54B-B4611C8F10C0}" type="presParOf" srcId="{922CD251-96E7-4F65-A149-1336EBE51847}" destId="{86DE1C87-FBC4-4F74-8CBE-432DA773A3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4EE35F-8E0E-456A-8CBC-11DC0D63561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CB2B6EC4-315B-4932-8243-F59A4B2BBA98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Ich hoffe es hat euch gefallen! </a:t>
          </a:r>
          <a:endParaRPr lang="en-US"/>
        </a:p>
      </dgm:t>
    </dgm:pt>
    <dgm:pt modelId="{83E969A7-D17C-44C2-8B39-1ED086E68482}" type="parTrans" cxnId="{272B3446-700C-4FC2-A92B-7F1A2645F948}">
      <dgm:prSet/>
      <dgm:spPr/>
      <dgm:t>
        <a:bodyPr/>
        <a:lstStyle/>
        <a:p>
          <a:endParaRPr lang="en-US"/>
        </a:p>
      </dgm:t>
    </dgm:pt>
    <dgm:pt modelId="{B053B701-444C-4FDA-98F5-D3BFC338DCA4}" type="sibTrans" cxnId="{272B3446-700C-4FC2-A92B-7F1A2645F948}">
      <dgm:prSet/>
      <dgm:spPr/>
      <dgm:t>
        <a:bodyPr/>
        <a:lstStyle/>
        <a:p>
          <a:endParaRPr lang="en-US"/>
        </a:p>
      </dgm:t>
    </dgm:pt>
    <dgm:pt modelId="{4B545985-D371-4F42-B97C-D41875AFAFF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dirty="0"/>
            <a:t>Wenn ihr noch fragen habt könnt ihr diese jetzt stellen.</a:t>
          </a:r>
          <a:endParaRPr lang="en-US" dirty="0"/>
        </a:p>
      </dgm:t>
    </dgm:pt>
    <dgm:pt modelId="{EDB45794-BD5A-4BFA-B0CD-CB4F328D67F0}" type="parTrans" cxnId="{AB255F0E-308E-476C-AA3A-F97D5E49B543}">
      <dgm:prSet/>
      <dgm:spPr/>
      <dgm:t>
        <a:bodyPr/>
        <a:lstStyle/>
        <a:p>
          <a:endParaRPr lang="en-US"/>
        </a:p>
      </dgm:t>
    </dgm:pt>
    <dgm:pt modelId="{F311630D-A0CD-486D-90E9-C5FA706EC828}" type="sibTrans" cxnId="{AB255F0E-308E-476C-AA3A-F97D5E49B543}">
      <dgm:prSet/>
      <dgm:spPr/>
      <dgm:t>
        <a:bodyPr/>
        <a:lstStyle/>
        <a:p>
          <a:endParaRPr lang="en-US"/>
        </a:p>
      </dgm:t>
    </dgm:pt>
    <dgm:pt modelId="{65C43401-C8FF-4B05-A3DE-A374F4ACBF6D}" type="pres">
      <dgm:prSet presAssocID="{BB4EE35F-8E0E-456A-8CBC-11DC0D635614}" presName="root" presStyleCnt="0">
        <dgm:presLayoutVars>
          <dgm:dir/>
          <dgm:resizeHandles val="exact"/>
        </dgm:presLayoutVars>
      </dgm:prSet>
      <dgm:spPr/>
    </dgm:pt>
    <dgm:pt modelId="{47904BE1-A3F2-492A-BDA1-A5E575DDEA4B}" type="pres">
      <dgm:prSet presAssocID="{CB2B6EC4-315B-4932-8243-F59A4B2BBA98}" presName="compNode" presStyleCnt="0"/>
      <dgm:spPr/>
    </dgm:pt>
    <dgm:pt modelId="{05B2DB97-5016-471E-80C6-680D441A0BEF}" type="pres">
      <dgm:prSet presAssocID="{CB2B6EC4-315B-4932-8243-F59A4B2BBA98}" presName="bgRect" presStyleLbl="bgShp" presStyleIdx="0" presStyleCnt="2"/>
      <dgm:spPr/>
    </dgm:pt>
    <dgm:pt modelId="{9520CC63-E2E5-46F4-BC77-29828A51FB39}" type="pres">
      <dgm:prSet presAssocID="{CB2B6EC4-315B-4932-8243-F59A4B2BBA9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uftballons"/>
        </a:ext>
      </dgm:extLst>
    </dgm:pt>
    <dgm:pt modelId="{785CE982-B89E-412B-B143-ED7F02718D3A}" type="pres">
      <dgm:prSet presAssocID="{CB2B6EC4-315B-4932-8243-F59A4B2BBA98}" presName="spaceRect" presStyleCnt="0"/>
      <dgm:spPr/>
    </dgm:pt>
    <dgm:pt modelId="{8667192B-79AB-46D3-ABB4-80D5A687B331}" type="pres">
      <dgm:prSet presAssocID="{CB2B6EC4-315B-4932-8243-F59A4B2BBA98}" presName="parTx" presStyleLbl="revTx" presStyleIdx="0" presStyleCnt="2">
        <dgm:presLayoutVars>
          <dgm:chMax val="0"/>
          <dgm:chPref val="0"/>
        </dgm:presLayoutVars>
      </dgm:prSet>
      <dgm:spPr/>
    </dgm:pt>
    <dgm:pt modelId="{94E5D14D-333F-4156-97F7-46CF46EC19B1}" type="pres">
      <dgm:prSet presAssocID="{B053B701-444C-4FDA-98F5-D3BFC338DCA4}" presName="sibTrans" presStyleCnt="0"/>
      <dgm:spPr/>
    </dgm:pt>
    <dgm:pt modelId="{82591EC3-D79C-4825-AB64-8FD9451E94F3}" type="pres">
      <dgm:prSet presAssocID="{4B545985-D371-4F42-B97C-D41875AFAFFE}" presName="compNode" presStyleCnt="0"/>
      <dgm:spPr/>
    </dgm:pt>
    <dgm:pt modelId="{B412BAF9-3E51-4C6C-8BBC-E41BF1D219DB}" type="pres">
      <dgm:prSet presAssocID="{4B545985-D371-4F42-B97C-D41875AFAFFE}" presName="bgRect" presStyleLbl="bgShp" presStyleIdx="1" presStyleCnt="2"/>
      <dgm:spPr/>
    </dgm:pt>
    <dgm:pt modelId="{D697183B-0325-48B2-BD2D-AEDDCE19679F}" type="pres">
      <dgm:prSet presAssocID="{4B545985-D371-4F42-B97C-D41875AFAFF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FE73528F-B479-4267-B381-B50778C3C75D}" type="pres">
      <dgm:prSet presAssocID="{4B545985-D371-4F42-B97C-D41875AFAFFE}" presName="spaceRect" presStyleCnt="0"/>
      <dgm:spPr/>
    </dgm:pt>
    <dgm:pt modelId="{6B44AD16-96BD-453F-9795-614A017A2DAA}" type="pres">
      <dgm:prSet presAssocID="{4B545985-D371-4F42-B97C-D41875AFAFF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B255F0E-308E-476C-AA3A-F97D5E49B543}" srcId="{BB4EE35F-8E0E-456A-8CBC-11DC0D635614}" destId="{4B545985-D371-4F42-B97C-D41875AFAFFE}" srcOrd="1" destOrd="0" parTransId="{EDB45794-BD5A-4BFA-B0CD-CB4F328D67F0}" sibTransId="{F311630D-A0CD-486D-90E9-C5FA706EC828}"/>
    <dgm:cxn modelId="{272B3446-700C-4FC2-A92B-7F1A2645F948}" srcId="{BB4EE35F-8E0E-456A-8CBC-11DC0D635614}" destId="{CB2B6EC4-315B-4932-8243-F59A4B2BBA98}" srcOrd="0" destOrd="0" parTransId="{83E969A7-D17C-44C2-8B39-1ED086E68482}" sibTransId="{B053B701-444C-4FDA-98F5-D3BFC338DCA4}"/>
    <dgm:cxn modelId="{A79FBBB1-A7D3-4C6D-92E3-A58E633CEDA7}" type="presOf" srcId="{BB4EE35F-8E0E-456A-8CBC-11DC0D635614}" destId="{65C43401-C8FF-4B05-A3DE-A374F4ACBF6D}" srcOrd="0" destOrd="0" presId="urn:microsoft.com/office/officeart/2018/2/layout/IconVerticalSolidList"/>
    <dgm:cxn modelId="{6EEBB6DF-44FA-4D28-82FB-5D0314994CD0}" type="presOf" srcId="{CB2B6EC4-315B-4932-8243-F59A4B2BBA98}" destId="{8667192B-79AB-46D3-ABB4-80D5A687B331}" srcOrd="0" destOrd="0" presId="urn:microsoft.com/office/officeart/2018/2/layout/IconVerticalSolidList"/>
    <dgm:cxn modelId="{EA4477F5-DDAF-48C4-B0FC-DF7E6F6EBC1D}" type="presOf" srcId="{4B545985-D371-4F42-B97C-D41875AFAFFE}" destId="{6B44AD16-96BD-453F-9795-614A017A2DAA}" srcOrd="0" destOrd="0" presId="urn:microsoft.com/office/officeart/2018/2/layout/IconVerticalSolidList"/>
    <dgm:cxn modelId="{FEA12F29-A881-419E-9A9F-721507736FBD}" type="presParOf" srcId="{65C43401-C8FF-4B05-A3DE-A374F4ACBF6D}" destId="{47904BE1-A3F2-492A-BDA1-A5E575DDEA4B}" srcOrd="0" destOrd="0" presId="urn:microsoft.com/office/officeart/2018/2/layout/IconVerticalSolidList"/>
    <dgm:cxn modelId="{07552907-E995-4C23-AFAF-3A66284E667F}" type="presParOf" srcId="{47904BE1-A3F2-492A-BDA1-A5E575DDEA4B}" destId="{05B2DB97-5016-471E-80C6-680D441A0BEF}" srcOrd="0" destOrd="0" presId="urn:microsoft.com/office/officeart/2018/2/layout/IconVerticalSolidList"/>
    <dgm:cxn modelId="{F9435861-EF0A-47BE-ABB7-F9FC056B6961}" type="presParOf" srcId="{47904BE1-A3F2-492A-BDA1-A5E575DDEA4B}" destId="{9520CC63-E2E5-46F4-BC77-29828A51FB39}" srcOrd="1" destOrd="0" presId="urn:microsoft.com/office/officeart/2018/2/layout/IconVerticalSolidList"/>
    <dgm:cxn modelId="{571C7A3A-45D2-4569-BE02-6ACDD237E899}" type="presParOf" srcId="{47904BE1-A3F2-492A-BDA1-A5E575DDEA4B}" destId="{785CE982-B89E-412B-B143-ED7F02718D3A}" srcOrd="2" destOrd="0" presId="urn:microsoft.com/office/officeart/2018/2/layout/IconVerticalSolidList"/>
    <dgm:cxn modelId="{CDAF2352-01F4-43BB-8BB4-DF9F9DF2E917}" type="presParOf" srcId="{47904BE1-A3F2-492A-BDA1-A5E575DDEA4B}" destId="{8667192B-79AB-46D3-ABB4-80D5A687B331}" srcOrd="3" destOrd="0" presId="urn:microsoft.com/office/officeart/2018/2/layout/IconVerticalSolidList"/>
    <dgm:cxn modelId="{73BAF95C-739E-4824-A0D2-A64B520ACBA0}" type="presParOf" srcId="{65C43401-C8FF-4B05-A3DE-A374F4ACBF6D}" destId="{94E5D14D-333F-4156-97F7-46CF46EC19B1}" srcOrd="1" destOrd="0" presId="urn:microsoft.com/office/officeart/2018/2/layout/IconVerticalSolidList"/>
    <dgm:cxn modelId="{1B3B61E9-FC97-4151-8711-7E01F9BEB4F7}" type="presParOf" srcId="{65C43401-C8FF-4B05-A3DE-A374F4ACBF6D}" destId="{82591EC3-D79C-4825-AB64-8FD9451E94F3}" srcOrd="2" destOrd="0" presId="urn:microsoft.com/office/officeart/2018/2/layout/IconVerticalSolidList"/>
    <dgm:cxn modelId="{D8E47472-01CC-40B6-B75E-7536DE0162F6}" type="presParOf" srcId="{82591EC3-D79C-4825-AB64-8FD9451E94F3}" destId="{B412BAF9-3E51-4C6C-8BBC-E41BF1D219DB}" srcOrd="0" destOrd="0" presId="urn:microsoft.com/office/officeart/2018/2/layout/IconVerticalSolidList"/>
    <dgm:cxn modelId="{0E6BE886-EF36-4E33-B209-CDD30613BB70}" type="presParOf" srcId="{82591EC3-D79C-4825-AB64-8FD9451E94F3}" destId="{D697183B-0325-48B2-BD2D-AEDDCE19679F}" srcOrd="1" destOrd="0" presId="urn:microsoft.com/office/officeart/2018/2/layout/IconVerticalSolidList"/>
    <dgm:cxn modelId="{AAF2358B-7EF4-4D1B-A4FC-C3C2FFB30D32}" type="presParOf" srcId="{82591EC3-D79C-4825-AB64-8FD9451E94F3}" destId="{FE73528F-B479-4267-B381-B50778C3C75D}" srcOrd="2" destOrd="0" presId="urn:microsoft.com/office/officeart/2018/2/layout/IconVerticalSolidList"/>
    <dgm:cxn modelId="{CCF1EB22-1E74-4115-B591-EE76180BFF20}" type="presParOf" srcId="{82591EC3-D79C-4825-AB64-8FD9451E94F3}" destId="{6B44AD16-96BD-453F-9795-614A017A2D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DBB78-703E-488F-942A-07453B5368CA}">
      <dsp:nvSpPr>
        <dsp:cNvPr id="0" name=""/>
        <dsp:cNvSpPr/>
      </dsp:nvSpPr>
      <dsp:spPr>
        <a:xfrm>
          <a:off x="0" y="2446"/>
          <a:ext cx="730605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08281-30A7-4100-BF06-53AD4C36CB2D}">
      <dsp:nvSpPr>
        <dsp:cNvPr id="0" name=""/>
        <dsp:cNvSpPr/>
      </dsp:nvSpPr>
      <dsp:spPr>
        <a:xfrm>
          <a:off x="0" y="2446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300" kern="1200"/>
            <a:t>Thema</a:t>
          </a:r>
          <a:endParaRPr lang="en-US" sz="3300" kern="1200"/>
        </a:p>
      </dsp:txBody>
      <dsp:txXfrm>
        <a:off x="0" y="2446"/>
        <a:ext cx="7306056" cy="834336"/>
      </dsp:txXfrm>
    </dsp:sp>
    <dsp:sp modelId="{49F5D692-0475-4706-B1C0-7D370506C731}">
      <dsp:nvSpPr>
        <dsp:cNvPr id="0" name=""/>
        <dsp:cNvSpPr/>
      </dsp:nvSpPr>
      <dsp:spPr>
        <a:xfrm>
          <a:off x="0" y="836783"/>
          <a:ext cx="730605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5D6CB-5A45-4F90-A7A8-C466DD3BA76A}">
      <dsp:nvSpPr>
        <dsp:cNvPr id="0" name=""/>
        <dsp:cNvSpPr/>
      </dsp:nvSpPr>
      <dsp:spPr>
        <a:xfrm>
          <a:off x="0" y="836783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300" kern="1200"/>
            <a:t>Ziele</a:t>
          </a:r>
          <a:endParaRPr lang="en-US" sz="3300" kern="1200"/>
        </a:p>
      </dsp:txBody>
      <dsp:txXfrm>
        <a:off x="0" y="836783"/>
        <a:ext cx="7306056" cy="834336"/>
      </dsp:txXfrm>
    </dsp:sp>
    <dsp:sp modelId="{20D8E012-D65F-428B-AAB0-E7FDAC97EE28}">
      <dsp:nvSpPr>
        <dsp:cNvPr id="0" name=""/>
        <dsp:cNvSpPr/>
      </dsp:nvSpPr>
      <dsp:spPr>
        <a:xfrm>
          <a:off x="0" y="1671119"/>
          <a:ext cx="730605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590D6-9828-40B6-9E05-B16959A5CF44}">
      <dsp:nvSpPr>
        <dsp:cNvPr id="0" name=""/>
        <dsp:cNvSpPr/>
      </dsp:nvSpPr>
      <dsp:spPr>
        <a:xfrm>
          <a:off x="0" y="1671119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300" kern="1200" dirty="0"/>
            <a:t>Demonstration</a:t>
          </a:r>
          <a:endParaRPr lang="en-US" sz="3300" kern="1200" dirty="0"/>
        </a:p>
      </dsp:txBody>
      <dsp:txXfrm>
        <a:off x="0" y="1671119"/>
        <a:ext cx="7306056" cy="834336"/>
      </dsp:txXfrm>
    </dsp:sp>
    <dsp:sp modelId="{B69EBED1-C2DA-4CAE-8F84-81295A95A3ED}">
      <dsp:nvSpPr>
        <dsp:cNvPr id="0" name=""/>
        <dsp:cNvSpPr/>
      </dsp:nvSpPr>
      <dsp:spPr>
        <a:xfrm>
          <a:off x="0" y="2505455"/>
          <a:ext cx="730605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5FAD8-CAEE-4BB1-BC15-8584291409C1}">
      <dsp:nvSpPr>
        <dsp:cNvPr id="0" name=""/>
        <dsp:cNvSpPr/>
      </dsp:nvSpPr>
      <dsp:spPr>
        <a:xfrm>
          <a:off x="0" y="2505456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300" kern="1200"/>
            <a:t>Pros/Contras - was lief gut, was lief gut</a:t>
          </a:r>
          <a:endParaRPr lang="en-US" sz="3300" kern="1200"/>
        </a:p>
      </dsp:txBody>
      <dsp:txXfrm>
        <a:off x="0" y="2505456"/>
        <a:ext cx="7306056" cy="834336"/>
      </dsp:txXfrm>
    </dsp:sp>
    <dsp:sp modelId="{F7AF3349-5DA4-430D-B779-1178763610DF}">
      <dsp:nvSpPr>
        <dsp:cNvPr id="0" name=""/>
        <dsp:cNvSpPr/>
      </dsp:nvSpPr>
      <dsp:spPr>
        <a:xfrm>
          <a:off x="0" y="3339792"/>
          <a:ext cx="730605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5F0D3-EAEF-4E57-836E-02E865A92333}">
      <dsp:nvSpPr>
        <dsp:cNvPr id="0" name=""/>
        <dsp:cNvSpPr/>
      </dsp:nvSpPr>
      <dsp:spPr>
        <a:xfrm>
          <a:off x="0" y="3339792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300" kern="1200"/>
            <a:t>Fazit</a:t>
          </a:r>
          <a:endParaRPr lang="en-US" sz="3300" kern="1200"/>
        </a:p>
      </dsp:txBody>
      <dsp:txXfrm>
        <a:off x="0" y="3339792"/>
        <a:ext cx="7306056" cy="834336"/>
      </dsp:txXfrm>
    </dsp:sp>
    <dsp:sp modelId="{8A546201-E659-42A2-B962-806BAF919F86}">
      <dsp:nvSpPr>
        <dsp:cNvPr id="0" name=""/>
        <dsp:cNvSpPr/>
      </dsp:nvSpPr>
      <dsp:spPr>
        <a:xfrm>
          <a:off x="0" y="4174128"/>
          <a:ext cx="730605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160F8-BCD9-41E2-B347-7DB3F03C94E3}">
      <dsp:nvSpPr>
        <dsp:cNvPr id="0" name=""/>
        <dsp:cNvSpPr/>
      </dsp:nvSpPr>
      <dsp:spPr>
        <a:xfrm>
          <a:off x="0" y="4174128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300" kern="1200"/>
            <a:t>Quellenverzeichnis-Abspann</a:t>
          </a:r>
          <a:endParaRPr lang="en-US" sz="3300" kern="1200"/>
        </a:p>
      </dsp:txBody>
      <dsp:txXfrm>
        <a:off x="0" y="4174128"/>
        <a:ext cx="7306056" cy="8343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BE6E8C-B5A9-45B1-BC2A-F6208747570B}">
      <dsp:nvSpPr>
        <dsp:cNvPr id="0" name=""/>
        <dsp:cNvSpPr/>
      </dsp:nvSpPr>
      <dsp:spPr>
        <a:xfrm>
          <a:off x="0" y="611"/>
          <a:ext cx="7306056" cy="143133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9CDE12-2671-47EF-B295-760A51D38A1F}">
      <dsp:nvSpPr>
        <dsp:cNvPr id="0" name=""/>
        <dsp:cNvSpPr/>
      </dsp:nvSpPr>
      <dsp:spPr>
        <a:xfrm>
          <a:off x="432980" y="322663"/>
          <a:ext cx="787236" cy="7872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34E13-DA0D-4D26-AC78-281A2E57BA06}">
      <dsp:nvSpPr>
        <dsp:cNvPr id="0" name=""/>
        <dsp:cNvSpPr/>
      </dsp:nvSpPr>
      <dsp:spPr>
        <a:xfrm>
          <a:off x="1653197" y="611"/>
          <a:ext cx="5652858" cy="143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83" tIns="151483" rIns="151483" bIns="1514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Idee</a:t>
          </a:r>
          <a:endParaRPr lang="en-US" sz="2500" kern="1200"/>
        </a:p>
      </dsp:txBody>
      <dsp:txXfrm>
        <a:off x="1653197" y="611"/>
        <a:ext cx="5652858" cy="1431339"/>
      </dsp:txXfrm>
    </dsp:sp>
    <dsp:sp modelId="{A1AAFD64-EDD0-4923-B532-1C37C871BB7A}">
      <dsp:nvSpPr>
        <dsp:cNvPr id="0" name=""/>
        <dsp:cNvSpPr/>
      </dsp:nvSpPr>
      <dsp:spPr>
        <a:xfrm>
          <a:off x="0" y="1789786"/>
          <a:ext cx="7306056" cy="143133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F9483-F3B9-4C6E-8F7F-A0DB8395899C}">
      <dsp:nvSpPr>
        <dsp:cNvPr id="0" name=""/>
        <dsp:cNvSpPr/>
      </dsp:nvSpPr>
      <dsp:spPr>
        <a:xfrm>
          <a:off x="432980" y="2111837"/>
          <a:ext cx="787236" cy="7872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E7DB5-6E01-40AB-B289-4A218F71D08A}">
      <dsp:nvSpPr>
        <dsp:cNvPr id="0" name=""/>
        <dsp:cNvSpPr/>
      </dsp:nvSpPr>
      <dsp:spPr>
        <a:xfrm>
          <a:off x="1653197" y="1789786"/>
          <a:ext cx="5652858" cy="143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83" tIns="151483" rIns="151483" bIns="1514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Entscheidung </a:t>
          </a:r>
          <a:endParaRPr lang="en-US" sz="2500" kern="1200"/>
        </a:p>
      </dsp:txBody>
      <dsp:txXfrm>
        <a:off x="1653197" y="1789786"/>
        <a:ext cx="5652858" cy="1431339"/>
      </dsp:txXfrm>
    </dsp:sp>
    <dsp:sp modelId="{DF9980CC-3260-4D3E-A0F9-449206113BAB}">
      <dsp:nvSpPr>
        <dsp:cNvPr id="0" name=""/>
        <dsp:cNvSpPr/>
      </dsp:nvSpPr>
      <dsp:spPr>
        <a:xfrm>
          <a:off x="0" y="3578960"/>
          <a:ext cx="7306056" cy="143133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AE81BE-93E4-43CE-B08D-78ED5D255BC9}">
      <dsp:nvSpPr>
        <dsp:cNvPr id="0" name=""/>
        <dsp:cNvSpPr/>
      </dsp:nvSpPr>
      <dsp:spPr>
        <a:xfrm>
          <a:off x="432980" y="3901012"/>
          <a:ext cx="787236" cy="7872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E1C87-FBC4-4F74-8CBE-432DA773A3FA}">
      <dsp:nvSpPr>
        <dsp:cNvPr id="0" name=""/>
        <dsp:cNvSpPr/>
      </dsp:nvSpPr>
      <dsp:spPr>
        <a:xfrm>
          <a:off x="1653197" y="3578960"/>
          <a:ext cx="5652858" cy="143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83" tIns="151483" rIns="151483" bIns="1514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Nutzung </a:t>
          </a:r>
          <a:endParaRPr lang="en-US" sz="2500" kern="1200"/>
        </a:p>
      </dsp:txBody>
      <dsp:txXfrm>
        <a:off x="1653197" y="3578960"/>
        <a:ext cx="5652858" cy="14313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2DB97-5016-471E-80C6-680D441A0BEF}">
      <dsp:nvSpPr>
        <dsp:cNvPr id="0" name=""/>
        <dsp:cNvSpPr/>
      </dsp:nvSpPr>
      <dsp:spPr>
        <a:xfrm>
          <a:off x="0" y="814273"/>
          <a:ext cx="7306056" cy="150327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20CC63-E2E5-46F4-BC77-29828A51FB39}">
      <dsp:nvSpPr>
        <dsp:cNvPr id="0" name=""/>
        <dsp:cNvSpPr/>
      </dsp:nvSpPr>
      <dsp:spPr>
        <a:xfrm>
          <a:off x="454740" y="1152509"/>
          <a:ext cx="826800" cy="826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7192B-79AB-46D3-ABB4-80D5A687B331}">
      <dsp:nvSpPr>
        <dsp:cNvPr id="0" name=""/>
        <dsp:cNvSpPr/>
      </dsp:nvSpPr>
      <dsp:spPr>
        <a:xfrm>
          <a:off x="1736281" y="814273"/>
          <a:ext cx="5569774" cy="1503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096" tIns="159096" rIns="159096" bIns="15909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Ich hoffe es hat euch gefallen! </a:t>
          </a:r>
          <a:endParaRPr lang="en-US" sz="2500" kern="1200"/>
        </a:p>
      </dsp:txBody>
      <dsp:txXfrm>
        <a:off x="1736281" y="814273"/>
        <a:ext cx="5569774" cy="1503273"/>
      </dsp:txXfrm>
    </dsp:sp>
    <dsp:sp modelId="{B412BAF9-3E51-4C6C-8BBC-E41BF1D219DB}">
      <dsp:nvSpPr>
        <dsp:cNvPr id="0" name=""/>
        <dsp:cNvSpPr/>
      </dsp:nvSpPr>
      <dsp:spPr>
        <a:xfrm>
          <a:off x="0" y="2693365"/>
          <a:ext cx="7306056" cy="150327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7183B-0325-48B2-BD2D-AEDDCE19679F}">
      <dsp:nvSpPr>
        <dsp:cNvPr id="0" name=""/>
        <dsp:cNvSpPr/>
      </dsp:nvSpPr>
      <dsp:spPr>
        <a:xfrm>
          <a:off x="454740" y="3031601"/>
          <a:ext cx="826800" cy="826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4AD16-96BD-453F-9795-614A017A2DAA}">
      <dsp:nvSpPr>
        <dsp:cNvPr id="0" name=""/>
        <dsp:cNvSpPr/>
      </dsp:nvSpPr>
      <dsp:spPr>
        <a:xfrm>
          <a:off x="1736281" y="2693365"/>
          <a:ext cx="5569774" cy="1503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096" tIns="159096" rIns="159096" bIns="15909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Wenn ihr noch fragen habt könnt ihr diese jetzt stellen.</a:t>
          </a:r>
          <a:endParaRPr lang="en-US" sz="2500" kern="1200" dirty="0"/>
        </a:p>
      </dsp:txBody>
      <dsp:txXfrm>
        <a:off x="1736281" y="2693365"/>
        <a:ext cx="5569774" cy="15032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B80EA-7D7A-4C00-A96C-D021BC67380C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31374-1607-48DB-97D4-9B1D63E1DC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44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Mir selber Beweisen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31374-1607-48DB-97D4-9B1D63E1DCB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7773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4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41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2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3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3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1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5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36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6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13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40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bluediamondgallery.com/handwriting/m/motivation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nodejs/nodejs_mysql.asp" TargetMode="External"/><Relationship Id="rId2" Type="http://schemas.openxmlformats.org/officeDocument/2006/relationships/hyperlink" Target="https://stackoverflow.com/questions/19482371/fix-access-denied-for-user-rootlocalhost-for-phpmyadmi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node-js/how-to-insert-request-body-into-a-mysql-database-using-express-js/" TargetMode="External"/><Relationship Id="rId4" Type="http://schemas.openxmlformats.org/officeDocument/2006/relationships/hyperlink" Target="https://www.npmjs.com/package/mysql2?activeTab=readm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52049E8-51C5-9B0B-D144-BD217863F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91973" y="-2"/>
            <a:ext cx="12575946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E578E69-C77C-76BB-8AFF-01BDC03D1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de-DE" sz="5100" dirty="0">
                <a:solidFill>
                  <a:srgbClr val="FFFFFF"/>
                </a:solidFill>
              </a:rPr>
              <a:t>F1 App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43855C-D62B-3548-7542-D05148FA3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de-DE" sz="2400">
                <a:solidFill>
                  <a:srgbClr val="FFFFFF"/>
                </a:solidFill>
              </a:rPr>
              <a:t>Von Anisa 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43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4D0B97-2245-79D2-972C-3B679900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de-DE" sz="4000"/>
              <a:t>Inhalt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FE9E08A6-D2A6-CED6-F147-ADDBA64BA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108313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6939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BD2C2C-3972-1488-BAAD-3ED1EE7D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de-DE" sz="4000"/>
              <a:t>Thema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A0C7E1A1-3A2F-EE0E-59F4-C81EAF6F8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530936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097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25CDFF-D5F6-FAE1-78E9-F1C59CA80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de-DE" sz="4000" dirty="0"/>
              <a:t>Ziele/ Zwischen Ziel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A972B2-676B-F892-3DDF-E315AA52D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de-CH" dirty="0"/>
              <a:t>Projektsetup &amp; Datenbasis</a:t>
            </a:r>
          </a:p>
          <a:p>
            <a:r>
              <a:rPr lang="de-CH" dirty="0"/>
              <a:t>Kernfunktionalität der Anwendung</a:t>
            </a:r>
          </a:p>
          <a:p>
            <a:r>
              <a:rPr lang="de-CH" dirty="0"/>
              <a:t>Milestone – Dashboard, Analyse &amp; Abschluss</a:t>
            </a:r>
          </a:p>
          <a:p>
            <a:r>
              <a:rPr lang="de-DE" dirty="0"/>
              <a:t>Persönliche Ziele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4D73267-7C2C-6B32-10A9-7E91C1A2C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205" y="880742"/>
            <a:ext cx="6271556" cy="345696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871411A-EEB3-2DF9-8458-DFF00C86B6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718" y="4751515"/>
            <a:ext cx="1419264" cy="182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333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0D1FC71-6CE3-4964-2F5F-19241918F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85124" y="0"/>
            <a:ext cx="12812246" cy="69169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C7C40DB-C0B0-5558-A1E3-D3EFE81D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Demonstration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6701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D7FD9B-5695-77D3-EC39-5A1E55D8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Pros/Contras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58933D-85D4-BD14-3993-1853D0ABD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was lief gut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89AC7E-8D49-FDCA-1DB0-E2F089D030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Fertig </a:t>
            </a:r>
          </a:p>
          <a:p>
            <a:r>
              <a:rPr lang="de-DE" dirty="0"/>
              <a:t>Zufrieden</a:t>
            </a:r>
          </a:p>
          <a:p>
            <a:r>
              <a:rPr lang="de-DE" dirty="0"/>
              <a:t>Zeitaufteilung  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0E9885-0D97-9CDE-3EC1-89A3433B5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CH" dirty="0"/>
              <a:t>was lief nicht gut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3C1EF7A-48E6-928A-47BC-65ED397EB67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Probleme </a:t>
            </a:r>
          </a:p>
          <a:p>
            <a:r>
              <a:rPr lang="de-DE" dirty="0"/>
              <a:t>Ein wenig unzufrieden</a:t>
            </a:r>
          </a:p>
          <a:p>
            <a:r>
              <a:rPr lang="de-DE" dirty="0"/>
              <a:t> An manchen stellen keine Wiesen </a:t>
            </a:r>
          </a:p>
        </p:txBody>
      </p:sp>
    </p:spTree>
    <p:extLst>
      <p:ext uri="{BB962C8B-B14F-4D97-AF65-F5344CB8AC3E}">
        <p14:creationId xmlns:p14="http://schemas.microsoft.com/office/powerpoint/2010/main" val="16805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D5A1F1-9052-CA43-B6FB-A2CBA50A7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de-DE" sz="4000"/>
              <a:t>Fazit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669E1D-5446-0363-4520-042810F61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de-DE" dirty="0"/>
              <a:t> Motivation</a:t>
            </a:r>
          </a:p>
          <a:p>
            <a:r>
              <a:rPr lang="de-DE" dirty="0"/>
              <a:t>Selber beweisen  </a:t>
            </a:r>
          </a:p>
          <a:p>
            <a:endParaRPr lang="de-DE" dirty="0"/>
          </a:p>
        </p:txBody>
      </p:sp>
      <p:pic>
        <p:nvPicPr>
          <p:cNvPr id="5" name="Grafik 4" descr="Ein Bild, das Text, Finger, Nagel, Daumen enthält.&#10;&#10;KI-generierte Inhalte können fehlerhaft sein.">
            <a:extLst>
              <a:ext uri="{FF2B5EF4-FFF2-40B4-BE49-F238E27FC236}">
                <a16:creationId xmlns:a16="http://schemas.microsoft.com/office/drawing/2014/main" id="{80C04986-B0CE-8B16-C260-16F9995C1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699" r="2736" b="-2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5FDBB7E-BF4D-9D9B-AF7F-7DE3858F90AA}"/>
              </a:ext>
            </a:extLst>
          </p:cNvPr>
          <p:cNvSpPr txBox="1"/>
          <p:nvPr/>
        </p:nvSpPr>
        <p:spPr>
          <a:xfrm>
            <a:off x="9400851" y="6870700"/>
            <a:ext cx="2791149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de-DE" sz="700">
                <a:solidFill>
                  <a:srgbClr val="FFFFFF"/>
                </a:solidFill>
              </a:rPr>
              <a:t>"</a:t>
            </a:r>
            <a:r>
              <a:rPr lang="de-DE" sz="700">
                <a:solidFill>
                  <a:srgbClr val="FFFFFF"/>
                </a:solidFill>
                <a:hlinkClick r:id="rId3" tooltip="https://www.thebluediamondgallery.com/handwriting/m/motivation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Dieses Foto</a:t>
            </a:r>
            <a:r>
              <a:rPr lang="de-DE" sz="700">
                <a:solidFill>
                  <a:srgbClr val="FFFFFF"/>
                </a:solidFill>
              </a:rPr>
              <a:t>" von Unbekannter Autor ist lizenziert gemäß </a:t>
            </a:r>
            <a:r>
              <a:rPr lang="de-D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de-D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979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89BDD8-4FF4-B855-A23E-BCFDD6A8B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Quellenverzeichnis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21E1F6-24AC-1EE8-6500-90B6550BA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u="sng" dirty="0">
                <a:hlinkClick r:id="rId2"/>
              </a:rPr>
              <a:t>https://stackoverflow.com/questions/19482371/fix-access-denied-for-user-rootlocalhost-for-phpmyadmin</a:t>
            </a:r>
            <a:r>
              <a:rPr lang="de-CH" dirty="0"/>
              <a:t> </a:t>
            </a:r>
          </a:p>
          <a:p>
            <a:pPr marL="0" indent="0">
              <a:buNone/>
            </a:pPr>
            <a:r>
              <a:rPr lang="de-CH" dirty="0"/>
              <a:t> </a:t>
            </a:r>
            <a:r>
              <a:rPr lang="de-CH" u="sng" dirty="0">
                <a:hlinkClick r:id="rId3"/>
              </a:rPr>
              <a:t>https://www.w3schools.com/nodejs/nodejs_mysql.asp</a:t>
            </a:r>
            <a:endParaRPr lang="de-CH" dirty="0"/>
          </a:p>
          <a:p>
            <a:pPr marL="0" indent="0">
              <a:buNone/>
            </a:pPr>
            <a:r>
              <a:rPr lang="de-CH" u="sng" dirty="0">
                <a:hlinkClick r:id="rId4"/>
              </a:rPr>
              <a:t>https://www.npmjs.com/package/mysql2?activeTab=readme</a:t>
            </a:r>
            <a:endParaRPr lang="de-CH" dirty="0"/>
          </a:p>
          <a:p>
            <a:pPr marL="0" indent="0">
              <a:buNone/>
            </a:pPr>
            <a:r>
              <a:rPr lang="de-CH" u="sng" dirty="0">
                <a:hlinkClick r:id="rId5"/>
              </a:rPr>
              <a:t>https://www.geeksforgeeks.org/node-js/how-to-insert-request-body-into-a-mysql-database-using-express-js/</a:t>
            </a:r>
            <a:endParaRPr lang="de-CH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1295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1B4DBA-ED70-8F3E-A7CB-AAD3D29C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de-DE" sz="4000"/>
              <a:t>Danke fürs Zuhören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B399640A-2DC6-4F13-A3FB-0DFE4A7AD8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637565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680884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Terminkalender</Template>
  <TotalTime>0</TotalTime>
  <Words>165</Words>
  <Application>Microsoft Office PowerPoint</Application>
  <PresentationFormat>Breitbild</PresentationFormat>
  <Paragraphs>42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Arial</vt:lpstr>
      <vt:lpstr>Bierstadt</vt:lpstr>
      <vt:lpstr>GestaltVTI</vt:lpstr>
      <vt:lpstr>F1 App </vt:lpstr>
      <vt:lpstr>Inhalt </vt:lpstr>
      <vt:lpstr>Thema </vt:lpstr>
      <vt:lpstr>Ziele/ Zwischen Ziel </vt:lpstr>
      <vt:lpstr>Demonstration</vt:lpstr>
      <vt:lpstr>Pros/Contras</vt:lpstr>
      <vt:lpstr>Fazit </vt:lpstr>
      <vt:lpstr>Quellenverzeichnis </vt:lpstr>
      <vt:lpstr>Danke fürs Zuhören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Duraj Anisa</dc:creator>
  <cp:lastModifiedBy>Duraj Anisa</cp:lastModifiedBy>
  <cp:revision>4</cp:revision>
  <dcterms:created xsi:type="dcterms:W3CDTF">2026-06-23T14:19:02Z</dcterms:created>
  <dcterms:modified xsi:type="dcterms:W3CDTF">2026-06-23T14:46:37Z</dcterms:modified>
</cp:coreProperties>
</file>